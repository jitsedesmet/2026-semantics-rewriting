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2C133-A49F-8A9E-31CB-3A0A89DA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80AC53-275F-EBCD-AD6A-9B5287146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65FD0-D696-5942-072B-CB3B5ABD3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F99C-D7C8-A34B-91B8-15C2C435F35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F669B-4882-B71C-47A4-FCFF2D6DC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6128F-5E20-75B5-45B1-6D2B407C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A3A8-1550-8C4F-9994-944CF948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2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9EA6C-BAC7-18DE-17AB-1385F9B1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5DF57-63ED-EBFD-FDA0-1AA870490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471F3-E9A7-9518-A220-60CBF91E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F99C-D7C8-A34B-91B8-15C2C435F35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94BB3-C711-0E6A-418B-1C47883BF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D6CF1-31CE-20DF-4207-850F6A1A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A3A8-1550-8C4F-9994-944CF948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31BE-B69F-4DAB-E003-8127D63E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7EAE7-2464-EB7B-E531-2277A2127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44F01-6613-5ECF-35FD-45391A84D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F99C-D7C8-A34B-91B8-15C2C435F35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77696-5A4A-D980-274D-155FAC16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2DA45-8D3D-6010-3539-45454E32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A3A8-1550-8C4F-9994-944CF948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6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8AED-87E4-02C0-885B-70C5C871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84B6E-0C33-86D8-17B8-464A4276E5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865B3-376A-9F26-EE19-4F9221670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A736F-8522-A101-E5CF-C0EA0B90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F99C-D7C8-A34B-91B8-15C2C435F35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46306-C9E5-1684-7CC9-DD5E2FBA0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5B8E2-6AE2-6B44-1313-2017FB04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A3A8-1550-8C4F-9994-944CF948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65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3458-585B-B13C-65FD-9D38E5F5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505C1-3689-C426-6FB9-3A1488E1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99AE8-A97E-18D1-0485-BEC3C2C56D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146B46-194C-A0A6-0AAF-B3BFAB045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D33521-C7CC-9B7A-3B9A-6A48356AE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86315C-3043-211B-EDB2-FCEA6FBAF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F99C-D7C8-A34B-91B8-15C2C435F35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B5E9E0-129B-92F0-DBA9-0FD59BFE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131CA1-CA1A-E81E-E6A7-4BE5A24F6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A3A8-1550-8C4F-9994-944CF948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9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39A98-FB6E-178F-0E66-B5FD3CDCA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23162-A4DD-2A6B-248F-A387DD944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F99C-D7C8-A34B-91B8-15C2C435F35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7B920-5067-AE93-589F-EAF49542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8370B9-49CA-135A-F27F-82C68501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A3A8-1550-8C4F-9994-944CF948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8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C947B-C53F-0039-B7B7-42343873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F99C-D7C8-A34B-91B8-15C2C435F35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F8C65-EC44-315C-4F14-6909847E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1A1BB-DC1D-6CCD-E5F2-850E514A0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A3A8-1550-8C4F-9994-944CF948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3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E015-AE5C-C32E-FC72-88F55989B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97EF4-DA90-0834-B6F1-666E9C9D1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EF9EA-9156-0CE1-C4BA-AF3B7D031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49502-19A4-3CB8-BB2E-43857ED3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F99C-D7C8-A34B-91B8-15C2C435F35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051A5-BC28-55D5-1D6B-92E144B07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D1561-D6C4-9561-B4DB-87344539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A3A8-1550-8C4F-9994-944CF948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34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626DB-AFEB-3974-02BC-5242A73E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F95A25-4514-52F7-FA25-F3AEC9A35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315FD-3FFB-4EAB-260E-544B5F54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EC538-3921-E9B9-D60F-8064F01D9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F99C-D7C8-A34B-91B8-15C2C435F35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A02A2-CEC7-6C35-6E06-09E5852B8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5A148-ECA8-54FD-E8DD-ABBEE9A2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A3A8-1550-8C4F-9994-944CF948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0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44DC8-1400-37CB-9DE2-765A0F95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A4E81-5E44-D405-58D4-4216C4CA4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A8CF3-F7E6-7A83-3941-233AF0E60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F99C-D7C8-A34B-91B8-15C2C435F35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8B9D7-4AAC-C5B5-E3F4-58EFFEE12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75FD8-8D1D-28FF-E48B-66C933A2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A3A8-1550-8C4F-9994-944CF948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27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5AAC1E-E9C2-2FB3-7C0D-DD417067F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95023-87C8-27CB-8716-119D77356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A2FB7-C502-EA06-C867-D0CB51EB9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AF99C-D7C8-A34B-91B8-15C2C435F35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1BB00-211E-94CD-37E9-F4AF0DBF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B2420-F2D8-0BDB-3167-7C41FF21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0A3A8-1550-8C4F-9994-944CF948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3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DA4822-BA9A-9027-2E61-EE5B533A1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8F9BF-6CBA-821B-6465-0894B3DE9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09CE1-E4CF-A9B0-C5C6-3C7B5A628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AF99C-D7C8-A34B-91B8-15C2C435F35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4D164-A5A7-14BA-DAB6-71F9E173E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9EC0C-3B5C-E31D-834A-221D2C9B1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0A3A8-1550-8C4F-9994-944CF948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4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A34147-443F-DD94-F1F6-B3672C30FB79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flipH="1">
            <a:off x="4952585" y="2712034"/>
            <a:ext cx="1788792" cy="6642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D9D9B4A-942E-2901-3737-8118A491BE66}"/>
              </a:ext>
            </a:extLst>
          </p:cNvPr>
          <p:cNvCxnSpPr>
            <a:cxnSpLocks/>
            <a:stCxn id="6" idx="5"/>
          </p:cNvCxnSpPr>
          <p:nvPr/>
        </p:nvCxnSpPr>
        <p:spPr>
          <a:xfrm flipH="1" flipV="1">
            <a:off x="4145717" y="2997448"/>
            <a:ext cx="1789646" cy="860498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5505C980-FF04-03CB-AF82-26533A74E9BB}"/>
              </a:ext>
            </a:extLst>
          </p:cNvPr>
          <p:cNvSpPr/>
          <p:nvPr/>
        </p:nvSpPr>
        <p:spPr>
          <a:xfrm>
            <a:off x="5910650" y="3247697"/>
            <a:ext cx="1315994" cy="1151412"/>
          </a:xfrm>
          <a:custGeom>
            <a:avLst/>
            <a:gdLst>
              <a:gd name="csX0" fmla="*/ 352167 w 1315994"/>
              <a:gd name="csY0" fmla="*/ 5756 h 1151412"/>
              <a:gd name="csX1" fmla="*/ 191529 w 1315994"/>
              <a:gd name="csY1" fmla="*/ 74840 h 1151412"/>
              <a:gd name="csX2" fmla="*/ 172994 w 1315994"/>
              <a:gd name="csY2" fmla="*/ 218768 h 1151412"/>
              <a:gd name="csX3" fmla="*/ 179173 w 1315994"/>
              <a:gd name="csY3" fmla="*/ 391479 h 1151412"/>
              <a:gd name="csX4" fmla="*/ 123567 w 1315994"/>
              <a:gd name="csY4" fmla="*/ 495106 h 1151412"/>
              <a:gd name="csX5" fmla="*/ 24713 w 1315994"/>
              <a:gd name="csY5" fmla="*/ 610248 h 1151412"/>
              <a:gd name="csX6" fmla="*/ 12356 w 1315994"/>
              <a:gd name="csY6" fmla="*/ 800231 h 1151412"/>
              <a:gd name="csX7" fmla="*/ 0 w 1315994"/>
              <a:gd name="csY7" fmla="*/ 1093841 h 1151412"/>
              <a:gd name="csX8" fmla="*/ 148281 w 1315994"/>
              <a:gd name="csY8" fmla="*/ 1151412 h 1151412"/>
              <a:gd name="csX9" fmla="*/ 444843 w 1315994"/>
              <a:gd name="csY9" fmla="*/ 1145655 h 1151412"/>
              <a:gd name="csX10" fmla="*/ 716691 w 1315994"/>
              <a:gd name="csY10" fmla="*/ 990214 h 1151412"/>
              <a:gd name="csX11" fmla="*/ 994719 w 1315994"/>
              <a:gd name="csY11" fmla="*/ 932643 h 1151412"/>
              <a:gd name="csX12" fmla="*/ 1235675 w 1315994"/>
              <a:gd name="csY12" fmla="*/ 852045 h 1151412"/>
              <a:gd name="csX13" fmla="*/ 1315994 w 1315994"/>
              <a:gd name="csY13" fmla="*/ 546920 h 1151412"/>
              <a:gd name="csX14" fmla="*/ 1204783 w 1315994"/>
              <a:gd name="csY14" fmla="*/ 328152 h 1151412"/>
              <a:gd name="csX15" fmla="*/ 957648 w 1315994"/>
              <a:gd name="csY15" fmla="*/ 264824 h 1151412"/>
              <a:gd name="csX16" fmla="*/ 790832 w 1315994"/>
              <a:gd name="csY16" fmla="*/ 166953 h 1151412"/>
              <a:gd name="csX17" fmla="*/ 617837 w 1315994"/>
              <a:gd name="csY17" fmla="*/ 0 h 1151412"/>
              <a:gd name="csX18" fmla="*/ 352167 w 1315994"/>
              <a:gd name="csY18" fmla="*/ 5756 h 11514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315994" h="1151412" fill="none" extrusionOk="0">
                <a:moveTo>
                  <a:pt x="352167" y="5756"/>
                </a:moveTo>
                <a:cubicBezTo>
                  <a:pt x="282921" y="54959"/>
                  <a:pt x="259083" y="26435"/>
                  <a:pt x="191529" y="74840"/>
                </a:cubicBezTo>
                <a:cubicBezTo>
                  <a:pt x="191417" y="133558"/>
                  <a:pt x="168977" y="184089"/>
                  <a:pt x="172994" y="218768"/>
                </a:cubicBezTo>
                <a:cubicBezTo>
                  <a:pt x="194435" y="259730"/>
                  <a:pt x="173996" y="346663"/>
                  <a:pt x="179173" y="391479"/>
                </a:cubicBezTo>
                <a:cubicBezTo>
                  <a:pt x="164328" y="447376"/>
                  <a:pt x="135874" y="452310"/>
                  <a:pt x="123567" y="495106"/>
                </a:cubicBezTo>
                <a:cubicBezTo>
                  <a:pt x="88222" y="541797"/>
                  <a:pt x="34753" y="576805"/>
                  <a:pt x="24713" y="610248"/>
                </a:cubicBezTo>
                <a:cubicBezTo>
                  <a:pt x="34301" y="653441"/>
                  <a:pt x="4642" y="733915"/>
                  <a:pt x="12356" y="800231"/>
                </a:cubicBezTo>
                <a:cubicBezTo>
                  <a:pt x="27285" y="922472"/>
                  <a:pt x="2682" y="1017458"/>
                  <a:pt x="0" y="1093841"/>
                </a:cubicBezTo>
                <a:cubicBezTo>
                  <a:pt x="33419" y="1106473"/>
                  <a:pt x="91928" y="1134084"/>
                  <a:pt x="148281" y="1151412"/>
                </a:cubicBezTo>
                <a:cubicBezTo>
                  <a:pt x="255580" y="1135196"/>
                  <a:pt x="302250" y="1152854"/>
                  <a:pt x="444843" y="1145655"/>
                </a:cubicBezTo>
                <a:cubicBezTo>
                  <a:pt x="560483" y="1039145"/>
                  <a:pt x="600742" y="1064847"/>
                  <a:pt x="716691" y="990214"/>
                </a:cubicBezTo>
                <a:cubicBezTo>
                  <a:pt x="817344" y="949128"/>
                  <a:pt x="906101" y="979176"/>
                  <a:pt x="994719" y="932643"/>
                </a:cubicBezTo>
                <a:cubicBezTo>
                  <a:pt x="1095191" y="868659"/>
                  <a:pt x="1166716" y="887546"/>
                  <a:pt x="1235675" y="852045"/>
                </a:cubicBezTo>
                <a:cubicBezTo>
                  <a:pt x="1220013" y="775537"/>
                  <a:pt x="1303901" y="670529"/>
                  <a:pt x="1315994" y="546920"/>
                </a:cubicBezTo>
                <a:cubicBezTo>
                  <a:pt x="1263458" y="447686"/>
                  <a:pt x="1266925" y="394079"/>
                  <a:pt x="1204783" y="328152"/>
                </a:cubicBezTo>
                <a:cubicBezTo>
                  <a:pt x="1151998" y="318980"/>
                  <a:pt x="1075977" y="282538"/>
                  <a:pt x="957648" y="264824"/>
                </a:cubicBezTo>
                <a:cubicBezTo>
                  <a:pt x="894080" y="235411"/>
                  <a:pt x="875975" y="209452"/>
                  <a:pt x="790832" y="166953"/>
                </a:cubicBezTo>
                <a:cubicBezTo>
                  <a:pt x="698712" y="116191"/>
                  <a:pt x="672160" y="13536"/>
                  <a:pt x="617837" y="0"/>
                </a:cubicBezTo>
                <a:cubicBezTo>
                  <a:pt x="535624" y="17184"/>
                  <a:pt x="419177" y="-21533"/>
                  <a:pt x="352167" y="5756"/>
                </a:cubicBezTo>
                <a:close/>
              </a:path>
              <a:path w="1315994" h="1151412" stroke="0" extrusionOk="0">
                <a:moveTo>
                  <a:pt x="352167" y="5756"/>
                </a:moveTo>
                <a:cubicBezTo>
                  <a:pt x="287870" y="47024"/>
                  <a:pt x="262275" y="38241"/>
                  <a:pt x="191529" y="74840"/>
                </a:cubicBezTo>
                <a:cubicBezTo>
                  <a:pt x="202063" y="117707"/>
                  <a:pt x="173661" y="146791"/>
                  <a:pt x="172994" y="218768"/>
                </a:cubicBezTo>
                <a:cubicBezTo>
                  <a:pt x="182439" y="276242"/>
                  <a:pt x="162140" y="314867"/>
                  <a:pt x="179173" y="391479"/>
                </a:cubicBezTo>
                <a:cubicBezTo>
                  <a:pt x="177005" y="423691"/>
                  <a:pt x="143834" y="448213"/>
                  <a:pt x="123567" y="495106"/>
                </a:cubicBezTo>
                <a:cubicBezTo>
                  <a:pt x="112644" y="534368"/>
                  <a:pt x="46790" y="569155"/>
                  <a:pt x="24713" y="610248"/>
                </a:cubicBezTo>
                <a:cubicBezTo>
                  <a:pt x="24564" y="663906"/>
                  <a:pt x="-779" y="747470"/>
                  <a:pt x="12356" y="800231"/>
                </a:cubicBezTo>
                <a:cubicBezTo>
                  <a:pt x="36567" y="939189"/>
                  <a:pt x="-15903" y="979657"/>
                  <a:pt x="0" y="1093841"/>
                </a:cubicBezTo>
                <a:cubicBezTo>
                  <a:pt x="36381" y="1107026"/>
                  <a:pt x="80635" y="1142542"/>
                  <a:pt x="148281" y="1151412"/>
                </a:cubicBezTo>
                <a:cubicBezTo>
                  <a:pt x="271039" y="1122110"/>
                  <a:pt x="371503" y="1171676"/>
                  <a:pt x="444843" y="1145655"/>
                </a:cubicBezTo>
                <a:cubicBezTo>
                  <a:pt x="542289" y="1080976"/>
                  <a:pt x="642243" y="1043131"/>
                  <a:pt x="716691" y="990214"/>
                </a:cubicBezTo>
                <a:cubicBezTo>
                  <a:pt x="782579" y="945867"/>
                  <a:pt x="938588" y="950166"/>
                  <a:pt x="994719" y="932643"/>
                </a:cubicBezTo>
                <a:cubicBezTo>
                  <a:pt x="1037915" y="893385"/>
                  <a:pt x="1130354" y="899761"/>
                  <a:pt x="1235675" y="852045"/>
                </a:cubicBezTo>
                <a:cubicBezTo>
                  <a:pt x="1245646" y="697699"/>
                  <a:pt x="1304321" y="615276"/>
                  <a:pt x="1315994" y="546920"/>
                </a:cubicBezTo>
                <a:cubicBezTo>
                  <a:pt x="1256453" y="472225"/>
                  <a:pt x="1237086" y="387121"/>
                  <a:pt x="1204783" y="328152"/>
                </a:cubicBezTo>
                <a:cubicBezTo>
                  <a:pt x="1095617" y="330671"/>
                  <a:pt x="1036611" y="273323"/>
                  <a:pt x="957648" y="264824"/>
                </a:cubicBezTo>
                <a:cubicBezTo>
                  <a:pt x="896548" y="239166"/>
                  <a:pt x="875572" y="209368"/>
                  <a:pt x="790832" y="166953"/>
                </a:cubicBezTo>
                <a:cubicBezTo>
                  <a:pt x="703539" y="98832"/>
                  <a:pt x="667683" y="39781"/>
                  <a:pt x="617837" y="0"/>
                </a:cubicBezTo>
                <a:cubicBezTo>
                  <a:pt x="506783" y="34300"/>
                  <a:pt x="442415" y="-4809"/>
                  <a:pt x="352167" y="5756"/>
                </a:cubicBezTo>
                <a:close/>
              </a:path>
            </a:pathLst>
          </a:custGeom>
          <a:solidFill>
            <a:srgbClr val="156082">
              <a:alpha val="44706"/>
            </a:srgb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352167 w 1315994"/>
                      <a:gd name="csY0" fmla="*/ 6178 h 1235675"/>
                      <a:gd name="csX1" fmla="*/ 191529 w 1315994"/>
                      <a:gd name="csY1" fmla="*/ 80318 h 1235675"/>
                      <a:gd name="csX2" fmla="*/ 172994 w 1315994"/>
                      <a:gd name="csY2" fmla="*/ 234778 h 1235675"/>
                      <a:gd name="csX3" fmla="*/ 179173 w 1315994"/>
                      <a:gd name="csY3" fmla="*/ 420129 h 1235675"/>
                      <a:gd name="csX4" fmla="*/ 123567 w 1315994"/>
                      <a:gd name="csY4" fmla="*/ 531340 h 1235675"/>
                      <a:gd name="csX5" fmla="*/ 24713 w 1315994"/>
                      <a:gd name="csY5" fmla="*/ 654908 h 1235675"/>
                      <a:gd name="csX6" fmla="*/ 12356 w 1315994"/>
                      <a:gd name="csY6" fmla="*/ 858794 h 1235675"/>
                      <a:gd name="csX7" fmla="*/ 0 w 1315994"/>
                      <a:gd name="csY7" fmla="*/ 1173891 h 1235675"/>
                      <a:gd name="csX8" fmla="*/ 148281 w 1315994"/>
                      <a:gd name="csY8" fmla="*/ 1235675 h 1235675"/>
                      <a:gd name="csX9" fmla="*/ 444843 w 1315994"/>
                      <a:gd name="csY9" fmla="*/ 1229497 h 1235675"/>
                      <a:gd name="csX10" fmla="*/ 716691 w 1315994"/>
                      <a:gd name="csY10" fmla="*/ 1062681 h 1235675"/>
                      <a:gd name="csX11" fmla="*/ 994719 w 1315994"/>
                      <a:gd name="csY11" fmla="*/ 1000897 h 1235675"/>
                      <a:gd name="csX12" fmla="*/ 1235675 w 1315994"/>
                      <a:gd name="csY12" fmla="*/ 914400 h 1235675"/>
                      <a:gd name="csX13" fmla="*/ 1315994 w 1315994"/>
                      <a:gd name="csY13" fmla="*/ 586945 h 1235675"/>
                      <a:gd name="csX14" fmla="*/ 1204783 w 1315994"/>
                      <a:gd name="csY14" fmla="*/ 352167 h 1235675"/>
                      <a:gd name="csX15" fmla="*/ 957648 w 1315994"/>
                      <a:gd name="csY15" fmla="*/ 284205 h 1235675"/>
                      <a:gd name="csX16" fmla="*/ 790832 w 1315994"/>
                      <a:gd name="csY16" fmla="*/ 179172 h 1235675"/>
                      <a:gd name="csX17" fmla="*/ 617837 w 1315994"/>
                      <a:gd name="csY17" fmla="*/ 0 h 1235675"/>
                      <a:gd name="csX18" fmla="*/ 352167 w 1315994"/>
                      <a:gd name="csY18" fmla="*/ 6178 h 123567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</a:cxnLst>
                    <a:rect l="l" t="t" r="r" b="b"/>
                    <a:pathLst>
                      <a:path w="1315994" h="1235675">
                        <a:moveTo>
                          <a:pt x="352167" y="6178"/>
                        </a:moveTo>
                        <a:lnTo>
                          <a:pt x="191529" y="80318"/>
                        </a:lnTo>
                        <a:lnTo>
                          <a:pt x="172994" y="234778"/>
                        </a:lnTo>
                        <a:lnTo>
                          <a:pt x="179173" y="420129"/>
                        </a:lnTo>
                        <a:lnTo>
                          <a:pt x="123567" y="531340"/>
                        </a:lnTo>
                        <a:lnTo>
                          <a:pt x="24713" y="654908"/>
                        </a:lnTo>
                        <a:lnTo>
                          <a:pt x="12356" y="858794"/>
                        </a:lnTo>
                        <a:lnTo>
                          <a:pt x="0" y="1173891"/>
                        </a:lnTo>
                        <a:lnTo>
                          <a:pt x="148281" y="1235675"/>
                        </a:lnTo>
                        <a:lnTo>
                          <a:pt x="444843" y="1229497"/>
                        </a:lnTo>
                        <a:lnTo>
                          <a:pt x="716691" y="1062681"/>
                        </a:lnTo>
                        <a:lnTo>
                          <a:pt x="994719" y="1000897"/>
                        </a:lnTo>
                        <a:lnTo>
                          <a:pt x="1235675" y="914400"/>
                        </a:lnTo>
                        <a:lnTo>
                          <a:pt x="1315994" y="586945"/>
                        </a:lnTo>
                        <a:lnTo>
                          <a:pt x="1204783" y="352167"/>
                        </a:lnTo>
                        <a:lnTo>
                          <a:pt x="957648" y="284205"/>
                        </a:lnTo>
                        <a:lnTo>
                          <a:pt x="790832" y="179172"/>
                        </a:lnTo>
                        <a:lnTo>
                          <a:pt x="617837" y="0"/>
                        </a:lnTo>
                        <a:lnTo>
                          <a:pt x="352167" y="6178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nip Same Side Corner Rectangle 6">
            <a:extLst>
              <a:ext uri="{FF2B5EF4-FFF2-40B4-BE49-F238E27FC236}">
                <a16:creationId xmlns:a16="http://schemas.microsoft.com/office/drawing/2014/main" id="{355E668D-A14D-8A0B-67C7-8CDEF6CDCEA2}"/>
              </a:ext>
            </a:extLst>
          </p:cNvPr>
          <p:cNvSpPr/>
          <p:nvPr/>
        </p:nvSpPr>
        <p:spPr>
          <a:xfrm>
            <a:off x="3529471" y="2425267"/>
            <a:ext cx="1423114" cy="586818"/>
          </a:xfrm>
          <a:prstGeom prst="snip2Same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(Federation) Mediator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70111865-6DF2-A6CC-97F8-3B600E354508}"/>
              </a:ext>
            </a:extLst>
          </p:cNvPr>
          <p:cNvSpPr/>
          <p:nvPr/>
        </p:nvSpPr>
        <p:spPr>
          <a:xfrm>
            <a:off x="6741377" y="2525672"/>
            <a:ext cx="352168" cy="372723"/>
          </a:xfrm>
          <a:prstGeom prst="can">
            <a:avLst>
              <a:gd name="adj" fmla="val 1590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053B8CA1-7E3D-52DC-2045-32FDAD29FE65}"/>
              </a:ext>
            </a:extLst>
          </p:cNvPr>
          <p:cNvSpPr/>
          <p:nvPr/>
        </p:nvSpPr>
        <p:spPr>
          <a:xfrm>
            <a:off x="6216479" y="3373821"/>
            <a:ext cx="352168" cy="337487"/>
          </a:xfrm>
          <a:prstGeom prst="can">
            <a:avLst>
              <a:gd name="adj" fmla="val 1590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AE8A7390-BB3A-36DB-61F2-14274B73FA99}"/>
              </a:ext>
            </a:extLst>
          </p:cNvPr>
          <p:cNvSpPr/>
          <p:nvPr/>
        </p:nvSpPr>
        <p:spPr>
          <a:xfrm>
            <a:off x="6671620" y="3688725"/>
            <a:ext cx="352168" cy="337487"/>
          </a:xfrm>
          <a:prstGeom prst="can">
            <a:avLst>
              <a:gd name="adj" fmla="val 1590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B939C090-D358-D1A8-9AE5-0DE95C2D4CE0}"/>
              </a:ext>
            </a:extLst>
          </p:cNvPr>
          <p:cNvSpPr/>
          <p:nvPr/>
        </p:nvSpPr>
        <p:spPr>
          <a:xfrm>
            <a:off x="6057900" y="3923761"/>
            <a:ext cx="352168" cy="337487"/>
          </a:xfrm>
          <a:prstGeom prst="can">
            <a:avLst>
              <a:gd name="adj" fmla="val 1590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Snip Single Corner Rectangle 11">
            <a:extLst>
              <a:ext uri="{FF2B5EF4-FFF2-40B4-BE49-F238E27FC236}">
                <a16:creationId xmlns:a16="http://schemas.microsoft.com/office/drawing/2014/main" id="{97C09546-9574-A338-E6F1-4480D489BBF9}"/>
              </a:ext>
            </a:extLst>
          </p:cNvPr>
          <p:cNvSpPr/>
          <p:nvPr/>
        </p:nvSpPr>
        <p:spPr>
          <a:xfrm>
            <a:off x="5149667" y="2525672"/>
            <a:ext cx="588614" cy="371372"/>
          </a:xfrm>
          <a:prstGeom prst="snip1Rect">
            <a:avLst>
              <a:gd name="adj" fmla="val 35346"/>
            </a:avLst>
          </a:prstGeom>
          <a:solidFill>
            <a:srgbClr val="F1B267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M1</a:t>
            </a:r>
            <a:endParaRPr lang="en-US" sz="1000" dirty="0">
              <a:latin typeface="Avenir Book" panose="02000503020000020003" pitchFamily="2" charset="0"/>
            </a:endParaRPr>
          </a:p>
        </p:txBody>
      </p:sp>
      <p:sp>
        <p:nvSpPr>
          <p:cNvPr id="13" name="Snip Single Corner Rectangle 12">
            <a:extLst>
              <a:ext uri="{FF2B5EF4-FFF2-40B4-BE49-F238E27FC236}">
                <a16:creationId xmlns:a16="http://schemas.microsoft.com/office/drawing/2014/main" id="{6D6FA649-EA98-4221-BA33-E3D35B309864}"/>
              </a:ext>
            </a:extLst>
          </p:cNvPr>
          <p:cNvSpPr/>
          <p:nvPr/>
        </p:nvSpPr>
        <p:spPr>
          <a:xfrm>
            <a:off x="4575585" y="3181208"/>
            <a:ext cx="588614" cy="371372"/>
          </a:xfrm>
          <a:prstGeom prst="snip1Rect">
            <a:avLst>
              <a:gd name="adj" fmla="val 35346"/>
            </a:avLst>
          </a:prstGeom>
          <a:solidFill>
            <a:srgbClr val="F1B267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M2</a:t>
            </a:r>
            <a:endParaRPr lang="en-US" sz="1000" dirty="0">
              <a:latin typeface="Avenir Book" panose="02000503020000020003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E07751-1D3C-EFA8-FAEC-C40F193ED15F}"/>
              </a:ext>
            </a:extLst>
          </p:cNvPr>
          <p:cNvSpPr txBox="1"/>
          <p:nvPr/>
        </p:nvSpPr>
        <p:spPr>
          <a:xfrm>
            <a:off x="2284962" y="2576522"/>
            <a:ext cx="1095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SPARQL 1.2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945FB4-5AE0-14D1-EABA-588DADAADBAF}"/>
                  </a:ext>
                </a:extLst>
              </p:cNvPr>
              <p:cNvSpPr txBox="1"/>
              <p:nvPr/>
            </p:nvSpPr>
            <p:spPr>
              <a:xfrm>
                <a:off x="1539642" y="2511473"/>
                <a:ext cx="698653" cy="407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945FB4-5AE0-14D1-EABA-588DADAAD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642" y="2511473"/>
                <a:ext cx="698653" cy="407099"/>
              </a:xfrm>
              <a:prstGeom prst="rect">
                <a:avLst/>
              </a:prstGeom>
              <a:blipFill>
                <a:blip r:embed="rId2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808548-8E69-CBB8-BE52-1775C2217126}"/>
              </a:ext>
            </a:extLst>
          </p:cNvPr>
          <p:cNvCxnSpPr/>
          <p:nvPr/>
        </p:nvCxnSpPr>
        <p:spPr>
          <a:xfrm flipH="1">
            <a:off x="2191629" y="2626972"/>
            <a:ext cx="1296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BC97CC-DB10-5891-4031-1FC5BB9C1570}"/>
              </a:ext>
            </a:extLst>
          </p:cNvPr>
          <p:cNvCxnSpPr>
            <a:cxnSpLocks/>
          </p:cNvCxnSpPr>
          <p:nvPr/>
        </p:nvCxnSpPr>
        <p:spPr>
          <a:xfrm>
            <a:off x="2191629" y="2833703"/>
            <a:ext cx="13116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8E81151-79E1-C13F-3EB5-03A2C00FFFC2}"/>
                  </a:ext>
                </a:extLst>
              </p:cNvPr>
              <p:cNvSpPr txBox="1"/>
              <p:nvPr/>
            </p:nvSpPr>
            <p:spPr>
              <a:xfrm>
                <a:off x="5911811" y="2282622"/>
                <a:ext cx="663900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8E81151-79E1-C13F-3EB5-03A2C00FF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811" y="2282622"/>
                <a:ext cx="663900" cy="387157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AC49F5-34AA-CB6C-411C-166B7AED36A0}"/>
              </a:ext>
            </a:extLst>
          </p:cNvPr>
          <p:cNvCxnSpPr>
            <a:cxnSpLocks/>
          </p:cNvCxnSpPr>
          <p:nvPr/>
        </p:nvCxnSpPr>
        <p:spPr>
          <a:xfrm>
            <a:off x="5922741" y="2669779"/>
            <a:ext cx="676513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BC2F155-FB8B-C8B3-5391-CA99AF4D30E7}"/>
                  </a:ext>
                </a:extLst>
              </p:cNvPr>
              <p:cNvSpPr txBox="1"/>
              <p:nvPr/>
            </p:nvSpPr>
            <p:spPr>
              <a:xfrm>
                <a:off x="5374714" y="3221424"/>
                <a:ext cx="663900" cy="387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BC2F155-FB8B-C8B3-5391-CA99AF4D3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714" y="3221424"/>
                <a:ext cx="663900" cy="387157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5CBFEC-5E38-29E5-5135-1FB4446BD799}"/>
              </a:ext>
            </a:extLst>
          </p:cNvPr>
          <p:cNvCxnSpPr>
            <a:cxnSpLocks/>
          </p:cNvCxnSpPr>
          <p:nvPr/>
        </p:nvCxnSpPr>
        <p:spPr>
          <a:xfrm>
            <a:off x="5294063" y="3491945"/>
            <a:ext cx="575412" cy="278772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94DF889-E6D8-F3C3-F909-BECFA5AC954F}"/>
              </a:ext>
            </a:extLst>
          </p:cNvPr>
          <p:cNvSpPr/>
          <p:nvPr/>
        </p:nvSpPr>
        <p:spPr>
          <a:xfrm>
            <a:off x="1539641" y="2282622"/>
            <a:ext cx="5826009" cy="827214"/>
          </a:xfrm>
          <a:prstGeom prst="rect">
            <a:avLst/>
          </a:prstGeom>
          <a:noFill/>
          <a:ln>
            <a:solidFill>
              <a:srgbClr val="FF0000">
                <a:alpha val="34902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70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Avenir Book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Jakubowski, Maxime</dc:creator>
  <cp:lastModifiedBy>Jakubowski, Maxime</cp:lastModifiedBy>
  <cp:revision>1</cp:revision>
  <dcterms:created xsi:type="dcterms:W3CDTF">2026-05-27T08:52:58Z</dcterms:created>
  <dcterms:modified xsi:type="dcterms:W3CDTF">2026-05-27T08:53:20Z</dcterms:modified>
</cp:coreProperties>
</file>